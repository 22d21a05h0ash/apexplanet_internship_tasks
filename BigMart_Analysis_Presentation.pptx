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BigMart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Project</a:t>
            </a:r>
          </a:p>
          <a:p>
            <a:r>
              <a:t>Using Python, SQL &amp;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BigMart sales data to discover:</a:t>
            </a:r>
          </a:p>
          <a:p>
            <a:r>
              <a:t>- Sales trends</a:t>
            </a:r>
          </a:p>
          <a:p>
            <a:r>
              <a:t>- Impact of product type</a:t>
            </a:r>
          </a:p>
          <a:p>
            <a:r>
              <a:t>- Outlet performance</a:t>
            </a:r>
          </a:p>
          <a:p>
            <a:r>
              <a:t>- Business insights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BigMart Sales Data</a:t>
            </a:r>
          </a:p>
          <a:p>
            <a:r>
              <a:t>Rows: ~8500</a:t>
            </a:r>
          </a:p>
          <a:p>
            <a:r>
              <a:t>Features: Item Type, MRP, Outlet Size, Location, Sales etc.</a:t>
            </a:r>
          </a:p>
          <a:p>
            <a:r>
              <a:t>Source: Kaggle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Matplotlib)</a:t>
            </a:r>
          </a:p>
          <a:p>
            <a:r>
              <a:t>SQLite (SQL Queries)</a:t>
            </a:r>
          </a:p>
          <a:p>
            <a:r>
              <a:t>Jupyter Notebook</a:t>
            </a:r>
          </a:p>
          <a:p>
            <a:r>
              <a:t>VS Code</a:t>
            </a:r>
          </a:p>
          <a:p>
            <a:r>
              <a:t>GitHub for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Handled missing values</a:t>
            </a:r>
          </a:p>
          <a:p>
            <a:r>
              <a:t>- Checked data types</a:t>
            </a:r>
          </a:p>
          <a:p>
            <a:r>
              <a:t>- Removed inconsistencies</a:t>
            </a:r>
          </a:p>
          <a:p>
            <a:r>
              <a:t>- Explored distributions &amp; correlations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Questions Answered Using SQL:</a:t>
            </a:r>
          </a:p>
          <a:p>
            <a:r>
              <a:t>- Which outlet type has highest sales?</a:t>
            </a:r>
          </a:p>
          <a:p>
            <a:r>
              <a:t>- Which product category sells most?</a:t>
            </a:r>
          </a:p>
          <a:p>
            <a:r>
              <a:t>- Sales comparison by location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by Outlet Type (Bar Chart)</a:t>
            </a:r>
          </a:p>
          <a:p>
            <a:r>
              <a:t>- Item Type vs Sales</a:t>
            </a:r>
          </a:p>
          <a:p>
            <a:r>
              <a:t>- MRP vs Sales Relationship</a:t>
            </a:r>
          </a:p>
          <a:p>
            <a:r>
              <a:t>- Location-wise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Supermarket Type1 generated highest revenue</a:t>
            </a:r>
          </a:p>
          <a:p>
            <a:r>
              <a:t>- Medium-size outlets performed better</a:t>
            </a:r>
          </a:p>
          <a:p>
            <a:r>
              <a:t>- Higher MRP products contributed more sales</a:t>
            </a:r>
          </a:p>
          <a:p>
            <a:r>
              <a:t>- Tier 3 locations showed strong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decisions can improve:</a:t>
            </a:r>
          </a:p>
          <a:p>
            <a:r>
              <a:t>- Product placement</a:t>
            </a:r>
          </a:p>
          <a:p>
            <a:r>
              <a:t>- Outlet strategy</a:t>
            </a:r>
          </a:p>
          <a:p>
            <a:r>
              <a:t>- Pricing optimization</a:t>
            </a:r>
          </a:p>
          <a:p>
            <a:r>
              <a:t>Analytics helps retail businesses grow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BigMart Sales Analysis</vt:lpstr>
      <vt:lpstr>Project Objective</vt:lpstr>
      <vt:lpstr>Dataset Used</vt:lpstr>
      <vt:lpstr>Tools &amp; Technologies</vt:lpstr>
      <vt:lpstr>Data Cleaning &amp; EDA</vt:lpstr>
      <vt:lpstr>SQL Analysis</vt:lpstr>
      <vt:lpstr>Visualizations</vt:lpstr>
      <vt:lpstr>Key Insights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Ashwitha Rendla</dc:creator>
  <cp:keywords/>
  <dc:description>generated using python-pptx</dc:description>
  <cp:lastModifiedBy>Ashwitha Rendla</cp:lastModifiedBy>
  <cp:revision>1</cp:revision>
  <dcterms:created xsi:type="dcterms:W3CDTF">2013-01-27T09:14:16Z</dcterms:created>
  <dcterms:modified xsi:type="dcterms:W3CDTF">2026-02-26T04:30:14Z</dcterms:modified>
  <cp:category/>
</cp:coreProperties>
</file>